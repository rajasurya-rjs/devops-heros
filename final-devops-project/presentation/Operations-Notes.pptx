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44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Operations Notes</a:t>
            </a:r>
            <a:endParaRPr lang="en-IN" sz="44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576000" y="2160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 place to keep deployment checks and incident fixes.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Rajasurya J · 24BCS10086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Why I built it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 deployment needs more than a working homepage.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I wanted one small application to practise testing, releasing, monitoring and recovering a service.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The notes make the result visible: create a note, update it and confirm the data stays saved.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Using the application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76000" y="1548000"/>
            <a:ext cx="3636000" cy="38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Add a deployment note.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Edit it when the status changes.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Remove notes that are no longer needed.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4464000" y="1476000"/>
            <a:ext cx="7128000" cy="495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The three application layers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Frontend: the page people use in their browser.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Backend: checks requests and handles adding, editing and deleting notes.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Database: PostgreSQL keeps the notes after the application restarts.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Docker Compose connects these three services on my laptop.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How a release reaches Kubernetes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I commit the code and push it to GitHub.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The pipeline runs backend tests and security checks.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It builds and scans separate frontend and backend images, then publishes them to the registry.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Helm installs the three services in Kubernetes and the pipeline checks the API.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Checking the application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576000" y="1548000"/>
            <a:ext cx="3636000" cy="3816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The backend has 13 tests, run with SQLite and PostgreSQL.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Health checks show whether the process and database are available.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Prometheus collects metrics; Grafana makes them easier to inspect.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4464000" y="1476000"/>
            <a:ext cx="7128000" cy="4950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Finding and fixing problems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 wrong Service selector removed the backend connections. I checked endpoints and restored the selector.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 missing image stopped replacement Pods. I inspected Events and restored the tested image.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A wrong readiness URL kept Pods out of traffic. I corrected the probe and checked HTTP responses.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What I learned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Test the API and the stored data, not just the homepage.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Keep database startup separate from application health.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Use security checks before publishing an image.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Use GitOps to compare the running configuration with Git and repair drift.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The Terraform files describe cloud infrastructure; the current project checklist requires configuration only.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576000" y="396000"/>
            <a:ext cx="10980000" cy="90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3600" b="1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Project deliverables</a:t>
            </a:r>
            <a:endParaRPr lang="en-IN" sz="3600" b="1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76000" y="1584000"/>
            <a:ext cx="10872000" cy="432000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Code, Dockerfiles, Compose, Helm, tests and pipeline are in devops-heros.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The README explains setup, API endpoints and troubleshooting with screenshots.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This presentation gives the overview; the README contains the technical details.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  <a:p>
            <a:pPr>
              <a:spcAft>
                <a:spcPts val="1200"/>
              </a:spcAft>
            </a:pPr>
            <a:r>
              <a:rPr lang="en-IN" sz="2200" b="0" u="none" strike="noStrike">
                <a:solidFill>
                  <a:srgbClr val="17324D"/>
                </a:solidFill>
                <a:effectLst/>
                <a:uFillTx/>
                <a:latin typeface="Arial"/>
              </a:rPr>
              <a:t>github.com/rajasurya-rjs/devops-heros</a:t>
            </a:r>
            <a:endParaRPr lang="en-IN" sz="2200" b="0" u="none" strike="noStrike">
              <a:solidFill>
                <a:srgbClr val="17324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cp:revision>0</cp:revision>
  <dc:subject/>
  <dc:title/>
</cp:coreProperties>
</file>